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5" r:id="rId3"/>
    <p:sldId id="272" r:id="rId4"/>
    <p:sldId id="257" r:id="rId5"/>
    <p:sldId id="258" r:id="rId6"/>
    <p:sldId id="271" r:id="rId7"/>
    <p:sldId id="259" r:id="rId8"/>
    <p:sldId id="260" r:id="rId9"/>
    <p:sldId id="263" r:id="rId10"/>
    <p:sldId id="270" r:id="rId11"/>
    <p:sldId id="262" r:id="rId12"/>
    <p:sldId id="269" r:id="rId13"/>
    <p:sldId id="264" r:id="rId14"/>
    <p:sldId id="268" r:id="rId15"/>
    <p:sldId id="273" r:id="rId16"/>
    <p:sldId id="261" r:id="rId17"/>
    <p:sldId id="266" r:id="rId18"/>
    <p:sldId id="265" r:id="rId19"/>
    <p:sldId id="274" r:id="rId2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-294" y="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ECCE0B-FF0C-4EA7-AE0E-180F226E056E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F9190-787C-4587-AD44-9B12D2F7616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07542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F9190-787C-4587-AD44-9B12D2F76160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51425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0B129A8-6995-F3B8-B268-EFDBC8D3F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36C3291-D4A8-AA08-D1DC-4D931A48A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A4C533F-8D92-6030-CC30-1FD0D73CB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93B5-968C-41DE-9B2B-3DBC9AFF6A58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ECDB7C1-AFEB-5747-F233-C32F669EB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C48BB87-FE7B-91E5-4333-71C54CD6B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FD888-107A-432B-8A51-92F8B0E653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43140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4047059-A0AA-1D31-568A-13B53158F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1E67E20-049D-6F9D-B7C7-FE9D31BE1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014E06C-3874-435D-0A45-74C6DBC9D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93B5-968C-41DE-9B2B-3DBC9AFF6A58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5449CDD-C547-3E35-486B-F1099E09D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32676FD-4E1F-5DAA-4817-DD029201D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FD888-107A-432B-8A51-92F8B0E653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48248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AB236E3-A37C-438E-45A1-309FCA3A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156FE21-2631-DAC1-CF0C-4F6E2F569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C35EE06-412F-AFB7-4CA9-FC9C82129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93B5-968C-41DE-9B2B-3DBC9AFF6A58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63921A9-F85C-6218-7A08-B921E1E67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E7906D2-83DF-ADB3-B03F-400BCE8C7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FD888-107A-432B-8A51-92F8B0E653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46218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2A0A65-AF42-EE31-0B93-18A425A3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DB9116E-F3C2-3D35-BF41-8E3ABE2EE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39F00E6-A95F-08B6-A137-11C1F56946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3D07479-E7D0-7717-2292-6EB136D04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93B5-968C-41DE-9B2B-3DBC9AFF6A58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E6DA68-22E3-4221-DD92-B9F197CC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10A10F1-1E0E-4525-F6B7-28FBA6F65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FD888-107A-432B-8A51-92F8B0E653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83224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CD5681-8045-3A71-C2BC-7986EA4C2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D3A73D9-10FD-BC54-96F5-03BC7A9AA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B1C4170-1A53-9F5A-EBDE-CA1D652D7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53A98F2E-987C-9B9D-B6DB-6E77E97A9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2A20B0A7-CD55-0800-5C46-82BB3C3D35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65B7BFAB-E05A-C982-0AAC-9EBD63D99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93B5-968C-41DE-9B2B-3DBC9AFF6A58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4E6336CF-7C7D-A296-881D-63C992BF5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4C99E9DE-0B33-AE86-7C55-01031E1A4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FD888-107A-432B-8A51-92F8B0E653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80511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ABFF0F7-9A51-DE2A-C26C-4D3D8B8F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A589B263-59E4-9EF9-BE72-0DA582960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93B5-968C-41DE-9B2B-3DBC9AFF6A58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C8263DA-8326-3E54-F10E-ECC15B76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E75CDF40-D31F-301A-98B8-FDFBF471D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FD888-107A-432B-8A51-92F8B0E653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09895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756CC6BF-A8E7-32BF-1E40-D25F07F2C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93B5-968C-41DE-9B2B-3DBC9AFF6A58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66DA6B1A-2872-5175-1B68-98996590D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88AF244-1484-A295-FE32-15C5FC140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FD888-107A-432B-8A51-92F8B0E653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0658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292060A-4B51-3A37-5B43-DE04076D6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79FEA16-6708-EC2C-1E62-B60794304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D7AAA52-9C9E-CA0C-46C0-5B608E638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2D15040-A0E5-4D98-3E0E-CF836DFA8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93B5-968C-41DE-9B2B-3DBC9AFF6A58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49D6C48-F644-7195-07B7-1FAD2BDBC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A5262CF-692C-E093-1F91-D92BBE64F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FD888-107A-432B-8A51-92F8B0E653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4206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4DB7825-5276-B206-EA21-5844E9ED6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4C3803C8-9CA0-C6DE-4CAF-4AE2B4B40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34C8905-5EBC-820D-B7DC-979B09D69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64AE0DD-788A-D35E-9065-1C6297FB8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93B5-968C-41DE-9B2B-3DBC9AFF6A58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55825F8-1417-F4EA-2D3B-BB971524C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3FBD9EC-B4A7-25E7-9146-CE15C0F9C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FD888-107A-432B-8A51-92F8B0E653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75473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0E9D75-D9D3-33F7-9EA8-6A259D087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6A72B65-C0C6-40A0-EF90-B8685B5B5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6F74BEE-AC2C-4674-6451-B7EDF1E3C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93B5-968C-41DE-9B2B-3DBC9AFF6A58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446CD16-EB62-C77F-9E11-A3F01E02D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8FAE41F-CC76-B1DD-08E4-77542E3CB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FD888-107A-432B-8A51-92F8B0E653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826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D6E10042-90EE-2BA8-EE06-E08D4A070B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45D59397-848A-A17A-069C-3B581B911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D51DE8C-11D9-73EC-1CBF-212244080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93B5-968C-41DE-9B2B-3DBC9AFF6A58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BE3DF94-20B4-42AF-7FED-E823A693D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5E9227E-0D5E-0BE3-14A9-2DE2BE2BE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FD888-107A-432B-8A51-92F8B0E653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47798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0D87B76F-C987-1EAC-B91B-8046CF012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6909821-BB03-B4B6-E84F-8275AD183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68FF9D8-6CE1-DC79-6F51-F03786350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C093B5-968C-41DE-9B2B-3DBC9AFF6A58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5CB8189-76FB-84FB-0E60-6D8CA54F82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4B8DE6D-9CDA-26A3-4800-6F2B3E5BE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AFD888-107A-432B-8A51-92F8B0E6531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14944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7C62F10-BBFF-5491-4C2A-5D60D64F37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Wybrane statystyki bibliotek radomskich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B59A1A8-2130-B750-64C9-09A7859681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l-PL" dirty="0"/>
              <a:t>Źródło danych - GUS Dane dla jednostki terytorialnej Radom </a:t>
            </a:r>
          </a:p>
          <a:p>
            <a:r>
              <a:rPr lang="pl-PL" dirty="0"/>
              <a:t>Ostatnia aktualizacja: 02.06.2025</a:t>
            </a:r>
          </a:p>
          <a:p>
            <a:r>
              <a:rPr lang="pl-PL" dirty="0"/>
              <a:t>Pokrycie: Radom, 1996 - 2025</a:t>
            </a:r>
          </a:p>
          <a:p>
            <a:r>
              <a:rPr lang="pl-PL" dirty="0"/>
              <a:t>https://bdl.stat.gov.pl/bdl/dane/teryt/tablica</a:t>
            </a:r>
            <a:br>
              <a:rPr lang="pl-PL" dirty="0"/>
            </a:br>
            <a:br>
              <a:rPr lang="pl-PL" dirty="0"/>
            </a:br>
            <a:r>
              <a:rPr lang="pl-PL" dirty="0"/>
              <a:t>Zespół 4 – Jan Domański, Maciej Kurzydłowski, Jan Machowski</a:t>
            </a:r>
          </a:p>
        </p:txBody>
      </p:sp>
    </p:spTree>
    <p:extLst>
      <p:ext uri="{BB962C8B-B14F-4D97-AF65-F5344CB8AC3E}">
        <p14:creationId xmlns:p14="http://schemas.microsoft.com/office/powerpoint/2010/main" val="4188041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BE0E523-4A09-B3BF-1958-E7F448A38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Krótki opis danych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3E1765C-16B1-5BEC-AF23-566190D9B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Dane zostały zbierane dla bibliotek publicznych i prywatnych należących do powiatu miasta Radom;</a:t>
            </a:r>
          </a:p>
          <a:p>
            <a:r>
              <a:rPr lang="pl-PL" dirty="0"/>
              <a:t>Dane zostały zebrane w przedziale 1996 - 2025 roku;</a:t>
            </a:r>
          </a:p>
          <a:p>
            <a:r>
              <a:rPr lang="pl-PL" dirty="0"/>
              <a:t>Ostatnia aktualizacja danych nastąpiła 02.06.2025 roku;</a:t>
            </a:r>
          </a:p>
          <a:p>
            <a:r>
              <a:rPr lang="pl-PL" dirty="0"/>
              <a:t>Część danych została zbierana od wybranych lat, nie od samego początku - występują puste rekordy;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87217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F230A87-FC3C-1FA6-BF71-6A0D4792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Opis ważnych pojęć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2E38675-1D13-890B-1A9F-9F94528C9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l-PL" b="1" dirty="0"/>
              <a:t>Biblioteka publiczna</a:t>
            </a:r>
            <a:r>
              <a:rPr lang="pl-PL" dirty="0"/>
              <a:t> – zarejestrowana biblioteka należąca do Miejskiej Biblioteki Publicznej w Radomiu. Stan aktualny – 12 filii.</a:t>
            </a:r>
          </a:p>
          <a:p>
            <a:pPr algn="just"/>
            <a:r>
              <a:rPr lang="pl-PL" b="1" dirty="0"/>
              <a:t>Biblioteka prywatna</a:t>
            </a:r>
            <a:r>
              <a:rPr lang="pl-PL" dirty="0"/>
              <a:t> - dotyczą placówek pedagogicznych, naukowych, fachowych, fachowo-beletrystycznych, ośrodków informacji naukowej, technicznej i ekonomicznej (INTE), towarzystwa naukowego. Gromadzone corocznie od 2011, wcześniej co 2 lata.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16332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F4545DD-BE23-C98C-7EC0-C080BA57F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Podstawowe rozkłady wybranych zmiennych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8CD8B9C1-B65F-A75B-F630-5B9ED7860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915" y="1690688"/>
            <a:ext cx="7055258" cy="493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1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74B5AE3-F59D-E902-5F53-0E1F94D1B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Liczba czytelników na przestrzeni lat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8641A7E-3612-584C-6FA5-94A342F74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55" y="1364790"/>
            <a:ext cx="9401489" cy="512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592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E874E25-3894-F097-0D01-14735E2D8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Liczba czytelników: biblioteki publiczne vs inne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39D4FCFB-99DD-8229-CE04-BB41119F87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468" y="1950561"/>
            <a:ext cx="8179064" cy="490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33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399BE24-4E7B-56DF-5DDE-019002B4D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l-PL" dirty="0"/>
              <a:t>Liczba lat gdzie biblioteki miały daną liczbę czytelników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BBA41450-D593-8CB0-B84B-D26E2502E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346" y="1663401"/>
            <a:ext cx="8637308" cy="518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441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C63BE2A-01F3-0EE8-E6D9-E73237FE1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Dynamika wskaźników bibliotek publicznych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C77105E8-38F6-ECE7-BB07-1C5E18940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857" y="2005929"/>
            <a:ext cx="10264286" cy="466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644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467F94-7BE9-646D-D1E4-3DEF5722C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Księgozbiory na przestrzeni lat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608C344A-DDBE-0E11-CE82-1FD36E526D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446" y="1507410"/>
            <a:ext cx="8309107" cy="498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575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A15025-DBF4-5ED6-4A0E-2AB60FAFC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Pracownicy na przestrzeni lat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EB29D3BE-9EFB-E649-7947-A864644349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868" y="1997074"/>
            <a:ext cx="7874264" cy="472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918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D3911B-040E-ADAE-F21C-AD024A4FC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Wskaźniki względne na przestrzeni lat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7FC3BE1-783C-CC87-B14F-15ABBA1DDC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725" y="1508760"/>
            <a:ext cx="6686550" cy="53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225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F3A409D-7A45-28B9-2BDA-07F14365D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Wskaźniki względne aktywności czytelniczej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4D34D420-9CA6-B5C2-17E2-10B44A8BB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768" y="1913096"/>
            <a:ext cx="7950464" cy="477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106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6D44A85-C16F-41B7-B2D0-614033B3F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Liczba </a:t>
            </a:r>
            <a:r>
              <a:rPr lang="pl-PL" dirty="0" err="1"/>
              <a:t>wypożyczeń</a:t>
            </a:r>
            <a:r>
              <a:rPr lang="pl-PL" dirty="0"/>
              <a:t> zewnętrznych w bibliotekach publicznych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6E624FE8-7ED6-77B8-42B0-B493C137C1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42" y="1825625"/>
            <a:ext cx="8097516" cy="485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180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A36498D-0DA0-2AB8-4FE2-136626376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Rodzaj wypożyczenia zasobów bibliotecznych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B1362EEA-08D5-81C1-D8E6-E9B52CB27F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625" y="1825625"/>
            <a:ext cx="7778749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606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FD49A6-6681-257C-5A9D-1750EE242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Zależność wypożyczeni od liczby czytelników w bibliotekach publicznych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4931F7A3-242D-0526-CF8D-C56B234D23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369" y="1864262"/>
            <a:ext cx="7947262" cy="476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458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3F4E9E-9E25-B131-9A3C-A467D4204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Komputeryzacja bibliotek publicznych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73C97F6-AC6F-19BE-DDCA-64B6781B1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238" y="1783485"/>
            <a:ext cx="8457524" cy="507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967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C5AE10F-E3B0-BF8A-541E-01EFF39BC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Liczba komputerów w różnych bibliotekach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F77521A6-C963-9D16-493A-F511D2A466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42" y="1825625"/>
            <a:ext cx="8097516" cy="485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628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3071B1E-EF79-0CD9-830B-894A450AB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Liczba zbiorów specjalnych na przestrzeni lat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9E1CA58E-87BB-0778-CA9C-9B273468DC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841" y="1867009"/>
            <a:ext cx="8318317" cy="499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557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9EAED0C-E1E9-F4DB-9D1B-B40B7EF58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Liczba i wskaźnik dostępności bibliotek dla osób niepełnosprawnych </a:t>
            </a:r>
          </a:p>
        </p:txBody>
      </p:sp>
      <p:pic>
        <p:nvPicPr>
          <p:cNvPr id="9" name="Symbol zastępczy zawartości 8">
            <a:extLst>
              <a:ext uri="{FF2B5EF4-FFF2-40B4-BE49-F238E27FC236}">
                <a16:creationId xmlns:a16="http://schemas.microsoft.com/office/drawing/2014/main" id="{65A6E9C1-9D31-78A1-E418-3448F18CA1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516" y="1690688"/>
            <a:ext cx="8396968" cy="489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76737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249</Words>
  <Application>Microsoft Office PowerPoint</Application>
  <PresentationFormat>Panoramiczny</PresentationFormat>
  <Paragraphs>30</Paragraphs>
  <Slides>19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Motyw pakietu Office</vt:lpstr>
      <vt:lpstr>Wybrane statystyki bibliotek radomskich</vt:lpstr>
      <vt:lpstr>Krótki opis danych</vt:lpstr>
      <vt:lpstr>Opis ważnych pojęć</vt:lpstr>
      <vt:lpstr>Podstawowe rozkłady wybranych zmiennych</vt:lpstr>
      <vt:lpstr>Liczba czytelników na przestrzeni lat</vt:lpstr>
      <vt:lpstr>Liczba czytelników: biblioteki publiczne vs inne</vt:lpstr>
      <vt:lpstr>Liczba lat gdzie biblioteki miały daną liczbę czytelników</vt:lpstr>
      <vt:lpstr>Dynamika wskaźników bibliotek publicznych</vt:lpstr>
      <vt:lpstr>Księgozbiory na przestrzeni lat</vt:lpstr>
      <vt:lpstr>Pracownicy na przestrzeni lat</vt:lpstr>
      <vt:lpstr>Wskaźniki względne na przestrzeni lat</vt:lpstr>
      <vt:lpstr>Wskaźniki względne aktywności czytelniczej</vt:lpstr>
      <vt:lpstr>Liczba wypożyczeń zewnętrznych w bibliotekach publicznych</vt:lpstr>
      <vt:lpstr>Rodzaj wypożyczenia zasobów bibliotecznych</vt:lpstr>
      <vt:lpstr>Zależność wypożyczeni od liczby czytelników w bibliotekach publicznych</vt:lpstr>
      <vt:lpstr>Komputeryzacja bibliotek publicznych</vt:lpstr>
      <vt:lpstr>Liczba komputerów w różnych bibliotekach</vt:lpstr>
      <vt:lpstr>Liczba zbiorów specjalnych na przestrzeni lat</vt:lpstr>
      <vt:lpstr>Liczba i wskaźnik dostępności bibliotek dla osób niepełnosprawnych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Machowski Jan (STUD)</dc:creator>
  <cp:lastModifiedBy>Machowski Jan (STUD)</cp:lastModifiedBy>
  <cp:revision>6</cp:revision>
  <dcterms:created xsi:type="dcterms:W3CDTF">2026-05-11T11:09:30Z</dcterms:created>
  <dcterms:modified xsi:type="dcterms:W3CDTF">2026-05-11T13:51:44Z</dcterms:modified>
</cp:coreProperties>
</file>