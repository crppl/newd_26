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7" r:id="rId4"/>
    <p:sldId id="266" r:id="rId5"/>
    <p:sldId id="258" r:id="rId6"/>
    <p:sldId id="260" r:id="rId7"/>
    <p:sldId id="264" r:id="rId8"/>
    <p:sldId id="262" r:id="rId9"/>
    <p:sldId id="261" r:id="rId10"/>
    <p:sldId id="267" r:id="rId11"/>
    <p:sldId id="259" r:id="rId12"/>
    <p:sldId id="263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40"/>
  </p:normalViewPr>
  <p:slideViewPr>
    <p:cSldViewPr snapToGrid="0">
      <p:cViewPr varScale="1">
        <p:scale>
          <a:sx n="116" d="100"/>
          <a:sy n="116" d="100"/>
        </p:scale>
        <p:origin x="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9C9BB-A153-9D47-94D6-AD5F4BF262B2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96558-DC0C-5140-A454-F7B851F098E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302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B31E-5B46-5B68-314B-4E3276BCA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8BD9BEE-648D-2621-E662-EBCB2296E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90D0461-61F0-CFCA-1334-2C4B61C25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227EBA8-39DF-639A-1736-337EA6E64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1393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DCC29-CE24-0887-7895-EE01636F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B9D8E1D-8B97-B0A8-B54B-05123C41E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441BF20-105E-13EF-2687-130DF6B1C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5EDB5B8-2E88-0AA3-3F53-4D668715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8863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1130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8D61-05AD-BB84-5FD7-D68BE23E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C031448A-A0A3-C0FD-9D2F-341A77966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49C4AB3-86E0-F335-6581-23F922D38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2418A9-510B-0FFD-7126-8F5BDB0AB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7475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B2D54-1CAC-E80B-7B5B-D6DB4B76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D2DDD57-E430-F430-0F2C-FA5AB5181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9007097-733A-AEAA-9252-F83753BD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027CC90-8AB2-32FC-2E4E-4A63962FE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96558-DC0C-5140-A454-F7B851F098E2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91060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BB8451-4EEB-A5FD-4EB4-B44AC5B7C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C8CFE36-6DDA-6D57-1D9C-C7021C42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6EE22A-D49D-FA1E-2086-5ED9584B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785AD2-7EF5-4E27-F369-089AFD48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5D2D6C-E10E-A28F-25DE-E3839256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20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C13DDD-F845-2F27-F398-60650A31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57B74B-0296-D278-3547-C231058B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0403640-C894-AE6F-9B48-8F9A99F4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52D21A-4215-0872-9C7D-207D7BB8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19D966-CB12-3108-CBC9-F7B2970A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047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54DE21-5165-2F99-5880-418EBF63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1388DB7-51AC-FA94-D402-F5159C19D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F1554CA-0284-256B-32CF-7D32F0DD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3BAFDB-26C0-6CB6-47D2-6037CA49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44F62A-1EE4-7FC5-BA8E-8B6E3DE9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9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2CBE01-A0AB-62E4-9858-D5E008FA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5942E4-A38F-1DC7-B30D-27CEA76F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765CF3E-580E-1D14-3E69-24B112307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4EFCE01-E712-07BA-A4E8-2877C4AE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63841C-6773-11E0-5001-FE922A4A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7CEC24-9589-1383-52FE-D256DFDF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76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852E07-E035-FB56-6F23-4B0DF07E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561AEA0-A7E9-6703-CBC5-4598FEE3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E533750-5761-6E08-E61E-19F18124A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35745CB-DC03-FB6A-38B6-4DB6DC112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D61FCD7-F5FE-8A31-E4F0-6C955E592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2D2F930-62FE-B122-EC8E-3EB21D0D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F848B5D-BD3F-7A1D-B8AB-50FBBBC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BEE97E6-0228-50B1-ADF7-289E0E8C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032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F47BCE-4ED4-0A3A-90EE-49F42A96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C5B91A7-2F17-9724-726F-D2F21811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6858B2A-C5BA-9352-1D86-087EBA2C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FCBA584-1561-6C85-0C69-8EC7E29D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43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307F560-90A2-105E-02A7-32185089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C9D9403-CF0E-62EC-FA90-76581415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7EE3E0-FE7A-4ECD-21C8-1979BB7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05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EB66D-D5BE-7B68-41EE-E55E20AD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CCD660-C98A-B40B-DDB4-8820E3A5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FEE8B93-6CC3-8E42-49B3-8B870BF8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92F1DAD-2A0E-7B2C-40F8-1E77FEB2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7366993-C2A5-0BB1-F07B-1C57244F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478D5-5CCF-D03D-9799-6BE900DB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27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7D18D-5505-C4D2-4CCE-031A8A65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3A1A50E-CB67-716B-4852-055A70BD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F015E77-6F8A-BC20-9042-68B737735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E487491-59CC-E48D-9F78-DD38A83F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1F1AFA-380E-AD17-B49F-6A19ACC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06BE4A0-226E-831D-5FC3-1FC674B9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848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B36723-8819-BD11-5102-EB2C5D0A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3EE0336-CC2E-37FD-8C22-B939655A7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EDCC70-E768-202E-3C85-67F3CE71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BCC9D3-7C22-15B7-EBD2-CBD6547F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9AAC98-92FD-DF35-EAFA-3BB80AF5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86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C046AA-AA1E-81E6-43AE-AA8D8EB25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B1B7D75-A083-2D34-80D6-8EB8F79E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0C606F-2C2C-7131-FAF6-4028B935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03230F-0410-FFE4-01F7-61F4863E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6DAEC1-F986-B507-545F-C39A921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3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24ABF35-5DDF-0EB2-499B-8F39D4E5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A8D263E-43E6-914C-7963-D5FDD0926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1B6C33-2DC7-7285-6177-8D218DBD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51D82-19E0-A34E-A7D9-49DA787648C9}" type="datetimeFigureOut">
              <a:rPr lang="pl-PL" smtClean="0"/>
              <a:t>31.05.2026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A3CE1C-C195-EBBD-F358-0DC636A2A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8F2735F-A604-ADCC-9706-562068E3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939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83D71-8B67-AA23-19AB-54AF5964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720"/>
            <a:ext cx="9144000" cy="1886822"/>
          </a:xfrm>
        </p:spPr>
        <p:txBody>
          <a:bodyPr>
            <a:noAutofit/>
          </a:bodyPr>
          <a:lstStyle/>
          <a:p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Kosmiczne śmieci - co krąży nad naszymi głowami?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9A0FE9-6455-A613-6086-9C8A835E0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425" y="2650808"/>
            <a:ext cx="9949150" cy="2636202"/>
          </a:xfrm>
        </p:spPr>
        <p:txBody>
          <a:bodyPr>
            <a:normAutofit/>
          </a:bodyPr>
          <a:lstStyle/>
          <a:p>
            <a:r>
              <a:rPr lang="pl-PL" sz="3200" b="1" dirty="0"/>
              <a:t>Wizualizacja zbioru</a:t>
            </a:r>
          </a:p>
          <a:p>
            <a:endParaRPr lang="pl-PL" sz="2800" dirty="0"/>
          </a:p>
          <a:p>
            <a:r>
              <a:rPr lang="en-US" b="1" dirty="0" err="1"/>
              <a:t>Źródło</a:t>
            </a:r>
            <a:r>
              <a:rPr lang="en-US" dirty="0"/>
              <a:t>: </a:t>
            </a:r>
            <a:r>
              <a:rPr lang="en-US" dirty="0" err="1"/>
              <a:t>CelesTrak</a:t>
            </a:r>
            <a:r>
              <a:rPr lang="en-US" dirty="0"/>
              <a:t> SATCAT</a:t>
            </a:r>
          </a:p>
          <a:p>
            <a:r>
              <a:rPr lang="en-US" b="1" dirty="0"/>
              <a:t>Zbiór</a:t>
            </a:r>
            <a:r>
              <a:rPr lang="en-US" dirty="0"/>
              <a:t>: </a:t>
            </a:r>
            <a:r>
              <a:rPr lang="en-US" dirty="0" err="1"/>
              <a:t>katalog</a:t>
            </a:r>
            <a:r>
              <a:rPr lang="en-US" dirty="0"/>
              <a:t> </a:t>
            </a:r>
            <a:r>
              <a:rPr lang="en-US" dirty="0" err="1"/>
              <a:t>satelitów</a:t>
            </a:r>
            <a:r>
              <a:rPr lang="en-US" dirty="0"/>
              <a:t>, </a:t>
            </a:r>
            <a:r>
              <a:rPr lang="en-US" dirty="0" err="1"/>
              <a:t>członów</a:t>
            </a:r>
            <a:r>
              <a:rPr lang="en-US" dirty="0"/>
              <a:t> </a:t>
            </a:r>
            <a:r>
              <a:rPr lang="en-US" dirty="0" err="1"/>
              <a:t>rakiet</a:t>
            </a:r>
            <a:r>
              <a:rPr lang="en-US" dirty="0"/>
              <a:t> i </a:t>
            </a:r>
            <a:r>
              <a:rPr lang="en-US" dirty="0" err="1"/>
              <a:t>fragmentów</a:t>
            </a:r>
            <a:r>
              <a:rPr lang="en-US" dirty="0"/>
              <a:t> </a:t>
            </a:r>
            <a:r>
              <a:rPr lang="en-US" dirty="0" err="1"/>
              <a:t>orbitalnych</a:t>
            </a:r>
            <a:endParaRPr lang="en-US" dirty="0"/>
          </a:p>
          <a:p>
            <a:r>
              <a:rPr lang="en-US" b="1" dirty="0" err="1"/>
              <a:t>Zakres</a:t>
            </a:r>
            <a:r>
              <a:rPr lang="en-US" dirty="0"/>
              <a:t>: od 1957 r. do 2026 r.</a:t>
            </a:r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CFF3FC64-D839-309F-A408-C9E8B69D22D4}"/>
              </a:ext>
            </a:extLst>
          </p:cNvPr>
          <p:cNvSpPr txBox="1">
            <a:spLocks/>
          </p:cNvSpPr>
          <p:nvPr/>
        </p:nvSpPr>
        <p:spPr>
          <a:xfrm>
            <a:off x="2155371" y="5624277"/>
            <a:ext cx="7881258" cy="543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b="1" dirty="0">
                <a:solidFill>
                  <a:schemeClr val="bg1">
                    <a:lumMod val="50000"/>
                  </a:schemeClr>
                </a:solidFill>
              </a:rPr>
              <a:t>Jan Domański</a:t>
            </a:r>
            <a:r>
              <a:rPr lang="pl-PL" dirty="0">
                <a:solidFill>
                  <a:schemeClr val="bg1">
                    <a:lumMod val="50000"/>
                  </a:schemeClr>
                </a:solidFill>
              </a:rPr>
              <a:t>, Jan Machowski, Maciej Kurzydłowski</a:t>
            </a:r>
          </a:p>
        </p:txBody>
      </p:sp>
    </p:spTree>
    <p:extLst>
      <p:ext uri="{BB962C8B-B14F-4D97-AF65-F5344CB8AC3E}">
        <p14:creationId xmlns:p14="http://schemas.microsoft.com/office/powerpoint/2010/main" val="355901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E459E6-E1B5-BA82-7473-052A0F11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Istotne informacje o zbiorze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297889-4877-AC0D-6CA2-569186971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Dane obejmują obiekty orbitalne od </a:t>
            </a:r>
            <a:r>
              <a:rPr lang="pl-PL" b="1" dirty="0"/>
              <a:t>1957 roku</a:t>
            </a:r>
          </a:p>
          <a:p>
            <a:r>
              <a:rPr lang="pl-PL" dirty="0"/>
              <a:t>Zbiór zawiera satelity, człony rakiet i fragmenty orbitalne z globalnego katalogu </a:t>
            </a:r>
            <a:r>
              <a:rPr lang="pl-PL" b="1" dirty="0"/>
              <a:t>SATCAT</a:t>
            </a:r>
          </a:p>
          <a:p>
            <a:r>
              <a:rPr lang="pl-PL" dirty="0"/>
              <a:t>Każdy rekord opisuje jeden obiekt, m.in. jego typ, właściciela, datę startu, status</a:t>
            </a:r>
          </a:p>
          <a:p>
            <a:r>
              <a:rPr lang="pl-PL" dirty="0"/>
              <a:t>Nie wszystkie rekordy mają pełne dane orbitalne, dlatego część analiz opiera się na podzbiorach</a:t>
            </a:r>
          </a:p>
          <a:p>
            <a:r>
              <a:rPr lang="pl-PL" dirty="0"/>
              <a:t>Obiekty o nieznanym typie zostały pominięte w wizualizacjach na kolejnych slajdach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247931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54FFD3F6-8C43-9A87-0ACE-E90BD81E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818019" y="138245"/>
            <a:ext cx="8555961" cy="65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2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289C4-85C3-27B4-394C-D144B7B18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621CD71-3AC1-F106-8358-2AE0B7E96A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750" y="283521"/>
            <a:ext cx="10784500" cy="629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846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ABF50-8FA9-5106-96D9-CDC573DD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D3AEEC7-781E-169F-8E7E-9EAE65D3E3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4706" y="138245"/>
            <a:ext cx="11282586" cy="65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12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B698-C4BD-6B1F-CA27-876B0783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9E3D9F7-9107-70C9-C0FE-80A9A83AA3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9434" y="157267"/>
            <a:ext cx="10633130" cy="654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7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6902-D65C-FA95-E31B-DCB6606B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CABDC0A8-AC55-1F85-5E65-DAC5A2F1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8382" y="273542"/>
            <a:ext cx="10255233" cy="6310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716DE-985D-1584-A2FD-D5ACB8D81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8A7917CE-DD88-D49D-1C70-DBACEA4A5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1386" y="157267"/>
            <a:ext cx="11309225" cy="6543465"/>
          </a:xfrm>
          <a:prstGeom prst="rect">
            <a:avLst/>
          </a:prstGeom>
        </p:spPr>
      </p:pic>
      <p:pic>
        <p:nvPicPr>
          <p:cNvPr id="2" name="Obraz 1">
            <a:extLst>
              <a:ext uri="{FF2B5EF4-FFF2-40B4-BE49-F238E27FC236}">
                <a16:creationId xmlns:a16="http://schemas.microsoft.com/office/drawing/2014/main" id="{F7537D3C-0641-DB7D-D0F8-45B6455F5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9347" y="193452"/>
            <a:ext cx="11093304" cy="64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68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564E-FD47-A82C-B604-41E66143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43038A52-2114-E74D-125D-77939CB517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1386" y="157267"/>
            <a:ext cx="11309225" cy="6543465"/>
          </a:xfrm>
          <a:prstGeom prst="rect">
            <a:avLst/>
          </a:prstGeom>
        </p:spPr>
      </p:pic>
      <p:pic>
        <p:nvPicPr>
          <p:cNvPr id="2" name="Obraz 1">
            <a:extLst>
              <a:ext uri="{FF2B5EF4-FFF2-40B4-BE49-F238E27FC236}">
                <a16:creationId xmlns:a16="http://schemas.microsoft.com/office/drawing/2014/main" id="{DBD5528D-603D-C104-2EEC-6647877FE1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9347" y="193452"/>
            <a:ext cx="11093304" cy="647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0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9BE18-1709-64EA-6D41-169AD00D9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49C42458-A46D-86BC-976C-124E497837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763" y="512026"/>
            <a:ext cx="10834473" cy="58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47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C791-0170-53C3-9175-195E8BF2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96D91FA-7C0C-4644-1490-66ED9005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8523" y="138245"/>
            <a:ext cx="10694952" cy="65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19C34-BAB2-32EE-BE02-9C5D80C7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2344131E-583A-F2EF-8225-0BB91C68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3293" y="85430"/>
            <a:ext cx="8881869" cy="666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1760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117</Words>
  <Application>Microsoft Macintosh PowerPoint</Application>
  <PresentationFormat>Panoramiczny</PresentationFormat>
  <Paragraphs>18</Paragraphs>
  <Slides>12</Slides>
  <Notes>5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Motyw pakietu Office</vt:lpstr>
      <vt:lpstr>Kosmiczne śmieci - co krąży nad naszymi głowami?</vt:lpstr>
      <vt:lpstr>Istotne informacje o zbiorze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Domański Jan (STUD)</dc:creator>
  <cp:lastModifiedBy>Domański Jan (STUD)</cp:lastModifiedBy>
  <cp:revision>13</cp:revision>
  <dcterms:created xsi:type="dcterms:W3CDTF">2026-03-16T11:19:02Z</dcterms:created>
  <dcterms:modified xsi:type="dcterms:W3CDTF">2026-05-31T18:18:46Z</dcterms:modified>
</cp:coreProperties>
</file>