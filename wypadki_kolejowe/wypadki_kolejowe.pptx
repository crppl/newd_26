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57" r:id="rId4"/>
    <p:sldId id="260" r:id="rId5"/>
    <p:sldId id="270" r:id="rId6"/>
    <p:sldId id="272" r:id="rId7"/>
    <p:sldId id="271" r:id="rId8"/>
    <p:sldId id="266" r:id="rId9"/>
    <p:sldId id="258" r:id="rId10"/>
    <p:sldId id="264" r:id="rId11"/>
    <p:sldId id="261" r:id="rId12"/>
    <p:sldId id="262" r:id="rId13"/>
    <p:sldId id="267" r:id="rId14"/>
    <p:sldId id="259" r:id="rId15"/>
    <p:sldId id="263" r:id="rId16"/>
    <p:sldId id="265" r:id="rId17"/>
    <p:sldId id="274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D8FEA-EBC2-8948-BA8A-A3629F53DED9}" v="2" dt="2026-05-11T12:55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5"/>
    <p:restoredTop sz="94602"/>
  </p:normalViewPr>
  <p:slideViewPr>
    <p:cSldViewPr snapToGrid="0">
      <p:cViewPr>
        <p:scale>
          <a:sx n="76" d="100"/>
          <a:sy n="76" d="100"/>
        </p:scale>
        <p:origin x="14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ański Jan (STUD)" userId="cdc28c32-ba18-4166-936c-9df0182d43f7" providerId="ADAL" clId="{168DF4B4-9058-56C3-81EA-688F0D710872}"/>
    <pc:docChg chg="modSld">
      <pc:chgData name="Domański Jan (STUD)" userId="cdc28c32-ba18-4166-936c-9df0182d43f7" providerId="ADAL" clId="{168DF4B4-9058-56C3-81EA-688F0D710872}" dt="2026-05-11T12:55:42.933" v="1" actId="14826"/>
      <pc:docMkLst>
        <pc:docMk/>
      </pc:docMkLst>
      <pc:sldChg chg="modSp">
        <pc:chgData name="Domański Jan (STUD)" userId="cdc28c32-ba18-4166-936c-9df0182d43f7" providerId="ADAL" clId="{168DF4B4-9058-56C3-81EA-688F0D710872}" dt="2026-05-11T12:54:26.924" v="0" actId="14826"/>
        <pc:sldMkLst>
          <pc:docMk/>
          <pc:sldMk cId="471006484" sldId="261"/>
        </pc:sldMkLst>
        <pc:picChg chg="mod">
          <ac:chgData name="Domański Jan (STUD)" userId="cdc28c32-ba18-4166-936c-9df0182d43f7" providerId="ADAL" clId="{168DF4B4-9058-56C3-81EA-688F0D710872}" dt="2026-05-11T12:54:26.924" v="0" actId="14826"/>
          <ac:picMkLst>
            <pc:docMk/>
            <pc:sldMk cId="471006484" sldId="261"/>
            <ac:picMk id="2" creationId="{DBD5528D-603D-C104-2EEC-6647877FE166}"/>
          </ac:picMkLst>
        </pc:picChg>
      </pc:sldChg>
      <pc:sldChg chg="modSp">
        <pc:chgData name="Domański Jan (STUD)" userId="cdc28c32-ba18-4166-936c-9df0182d43f7" providerId="ADAL" clId="{168DF4B4-9058-56C3-81EA-688F0D710872}" dt="2026-05-11T12:55:42.933" v="1" actId="14826"/>
        <pc:sldMkLst>
          <pc:docMk/>
          <pc:sldMk cId="1127017601" sldId="263"/>
        </pc:sldMkLst>
        <pc:picChg chg="mod">
          <ac:chgData name="Domański Jan (STUD)" userId="cdc28c32-ba18-4166-936c-9df0182d43f7" providerId="ADAL" clId="{168DF4B4-9058-56C3-81EA-688F0D710872}" dt="2026-05-11T12:55:42.933" v="1" actId="14826"/>
          <ac:picMkLst>
            <pc:docMk/>
            <pc:sldMk cId="1127017601" sldId="263"/>
            <ac:picMk id="2" creationId="{2344131E-583A-F2EF-8225-0BB91C68FA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9C9BB-A153-9D47-94D6-AD5F4BF262B2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96558-DC0C-5140-A454-F7B851F098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302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B31E-5B46-5B68-314B-4E3276BCA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8BD9BEE-648D-2621-E662-EBCB2296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90D0461-61F0-CFCA-1334-2C4B61C25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227EBA8-39DF-639A-1736-337EA6E64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1393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CC29-CE24-0887-7895-EE01636F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B9D8E1D-8B97-B0A8-B54B-05123C41E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441BF20-105E-13EF-2687-130DF6B1C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5EDB5B8-2E88-0AA3-3F53-4D668715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863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1130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8D61-05AD-BB84-5FD7-D68BE23E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031448A-A0A3-C0FD-9D2F-341A77966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49C4AB3-86E0-F335-6581-23F922D38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2418A9-510B-0FFD-7126-8F5BDB0AB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7475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2D54-1CAC-E80B-7B5B-D6DB4B76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D2DDD57-E430-F430-0F2C-FA5AB5181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9007097-733A-AEAA-9252-F83753BD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027CC90-8AB2-32FC-2E4E-4A63962FE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1060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3F93-BDE0-FB32-BFA7-55EB61E1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5332E9D-9C81-51A5-D3D0-00A139F1D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D3A0846-591D-C096-2F07-23D3DD334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0C93815-1015-B060-1B33-21B09FF71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3707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7AFF-FF6D-ACF6-D2CE-9183EB47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411DFA0-AE8F-C339-9028-E119D3C3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A795CF3-681E-9FC3-56BF-121E93379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B42769D-F0C7-A3D7-581A-46D478F93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3897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BB8451-4EEB-A5FD-4EB4-B44AC5B7C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C8CFE36-6DDA-6D57-1D9C-C7021C42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6EE22A-D49D-FA1E-2086-5ED9584B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785AD2-7EF5-4E27-F369-089AFD48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5D2D6C-E10E-A28F-25DE-E3839256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20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C13DDD-F845-2F27-F398-60650A31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57B74B-0296-D278-3547-C231058B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0403640-C894-AE6F-9B48-8F9A99F4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52D21A-4215-0872-9C7D-207D7BB8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19D966-CB12-3108-CBC9-F7B2970A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047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54DE21-5165-2F99-5880-418EBF63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1388DB7-51AC-FA94-D402-F5159C19D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F1554CA-0284-256B-32CF-7D32F0DD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3BAFDB-26C0-6CB6-47D2-6037CA49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44F62A-1EE4-7FC5-BA8E-8B6E3DE9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9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2CBE01-A0AB-62E4-9858-D5E008FA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5942E4-A38F-1DC7-B30D-27CEA76F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765CF3E-580E-1D14-3E69-24B112307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4EFCE01-E712-07BA-A4E8-2877C4AE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63841C-6773-11E0-5001-FE922A4A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7CEC24-9589-1383-52FE-D256DFDF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76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852E07-E035-FB56-6F23-4B0DF07E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561AEA0-A7E9-6703-CBC5-4598FEE3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E533750-5761-6E08-E61E-19F18124A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35745CB-DC03-FB6A-38B6-4DB6DC112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D61FCD7-F5FE-8A31-E4F0-6C955E592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2D2F930-62FE-B122-EC8E-3EB21D0D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F848B5D-BD3F-7A1D-B8AB-50FBBBC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BEE97E6-0228-50B1-ADF7-289E0E8C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032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F47BCE-4ED4-0A3A-90EE-49F42A96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C5B91A7-2F17-9724-726F-D2F21811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6858B2A-C5BA-9352-1D86-087EBA2C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FCBA584-1561-6C85-0C69-8EC7E29D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43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307F560-90A2-105E-02A7-32185089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C9D9403-CF0E-62EC-FA90-76581415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7EE3E0-FE7A-4ECD-21C8-1979BB7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05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EB66D-D5BE-7B68-41EE-E55E20AD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CCD660-C98A-B40B-DDB4-8820E3A5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FEE8B93-6CC3-8E42-49B3-8B870BF8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92F1DAD-2A0E-7B2C-40F8-1E77FEB2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7366993-C2A5-0BB1-F07B-1C57244F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478D5-5CCF-D03D-9799-6BE900DB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27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7D18D-5505-C4D2-4CCE-031A8A65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3A1A50E-CB67-716B-4852-055A70BD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F015E77-6F8A-BC20-9042-68B737735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E487491-59CC-E48D-9F78-DD38A83F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1F1AFA-380E-AD17-B49F-6A19ACC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06BE4A0-226E-831D-5FC3-1FC674B9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848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B36723-8819-BD11-5102-EB2C5D0A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3EE0336-CC2E-37FD-8C22-B939655A7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EDCC70-E768-202E-3C85-67F3CE71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BCC9D3-7C22-15B7-EBD2-CBD6547F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9AAC98-92FD-DF35-EAFA-3BB80AF5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86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C046AA-AA1E-81E6-43AE-AA8D8EB25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B1B7D75-A083-2D34-80D6-8EB8F79E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0C606F-2C2C-7131-FAF6-4028B935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03230F-0410-FFE4-01F7-61F4863E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6DAEC1-F986-B507-545F-C39A921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3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24ABF35-5DDF-0EB2-499B-8F39D4E5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A8D263E-43E6-914C-7963-D5FDD0926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1B6C33-2DC7-7285-6177-8D218DBD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51D82-19E0-A34E-A7D9-49DA787648C9}" type="datetimeFigureOut">
              <a:rPr lang="pl-PL" smtClean="0"/>
              <a:t>11.05.2026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A3CE1C-C195-EBBD-F358-0DC636A2A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8F2735F-A604-ADCC-9706-562068E3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939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83D71-8B67-AA23-19AB-54AF5964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720"/>
            <a:ext cx="9144000" cy="1886822"/>
          </a:xfrm>
        </p:spPr>
        <p:txBody>
          <a:bodyPr>
            <a:normAutofit/>
          </a:bodyPr>
          <a:lstStyle/>
          <a:p>
            <a:r>
              <a:rPr lang="pl-PL" sz="8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Wypadki kolejowe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9A0FE9-6455-A613-6086-9C8A835E0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307" y="2904334"/>
            <a:ext cx="10229386" cy="2636202"/>
          </a:xfrm>
        </p:spPr>
        <p:txBody>
          <a:bodyPr>
            <a:normAutofit lnSpcReduction="10000"/>
          </a:bodyPr>
          <a:lstStyle/>
          <a:p>
            <a:r>
              <a:rPr lang="pl-PL" sz="3200" b="1" dirty="0"/>
              <a:t>Wizualizacja zbioru</a:t>
            </a:r>
          </a:p>
          <a:p>
            <a:endParaRPr lang="pl-PL" sz="2800" dirty="0"/>
          </a:p>
          <a:p>
            <a:r>
              <a:rPr lang="en-US" b="1" dirty="0" err="1"/>
              <a:t>Źródło</a:t>
            </a:r>
            <a:r>
              <a:rPr lang="en-US" dirty="0"/>
              <a:t>: </a:t>
            </a:r>
            <a:r>
              <a:rPr lang="pl-PL" dirty="0" err="1"/>
              <a:t>European</a:t>
            </a:r>
            <a:r>
              <a:rPr lang="pl-PL" dirty="0"/>
              <a:t> Union </a:t>
            </a:r>
            <a:r>
              <a:rPr lang="pl-PL" dirty="0" err="1"/>
              <a:t>Agency</a:t>
            </a:r>
            <a:r>
              <a:rPr lang="pl-PL" dirty="0"/>
              <a:t> for </a:t>
            </a:r>
            <a:r>
              <a:rPr lang="pl-PL" dirty="0" err="1"/>
              <a:t>Railways</a:t>
            </a:r>
            <a:r>
              <a:rPr lang="pl-PL" dirty="0"/>
              <a:t> (ERA) – ERAIL</a:t>
            </a:r>
          </a:p>
          <a:p>
            <a:r>
              <a:rPr lang="pl-PL" b="1" dirty="0"/>
              <a:t>Zbiór</a:t>
            </a:r>
            <a:r>
              <a:rPr lang="en-US" dirty="0"/>
              <a:t>: </a:t>
            </a:r>
            <a:r>
              <a:rPr lang="pl-PL" dirty="0" err="1"/>
              <a:t>Accident</a:t>
            </a:r>
            <a:r>
              <a:rPr lang="pl-PL" dirty="0"/>
              <a:t> </a:t>
            </a:r>
            <a:r>
              <a:rPr lang="pl-PL" dirty="0" err="1"/>
              <a:t>Investigation</a:t>
            </a:r>
            <a:endParaRPr lang="pl-PL" dirty="0"/>
          </a:p>
          <a:p>
            <a:br>
              <a:rPr lang="pl-PL" dirty="0"/>
            </a:br>
            <a:r>
              <a:rPr lang="pl-PL" dirty="0"/>
              <a:t>Ostatnia aktualizacja</a:t>
            </a:r>
            <a:r>
              <a:rPr lang="en-US" dirty="0"/>
              <a:t>: 08/04/2026</a:t>
            </a:r>
          </a:p>
          <a:p>
            <a:endParaRPr lang="pl-PL" dirty="0"/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CFF3FC64-D839-309F-A408-C9E8B69D22D4}"/>
              </a:ext>
            </a:extLst>
          </p:cNvPr>
          <p:cNvSpPr txBox="1">
            <a:spLocks/>
          </p:cNvSpPr>
          <p:nvPr/>
        </p:nvSpPr>
        <p:spPr>
          <a:xfrm>
            <a:off x="2155371" y="5624277"/>
            <a:ext cx="7881258" cy="543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chemeClr val="bg1">
                    <a:lumMod val="50000"/>
                  </a:schemeClr>
                </a:solidFill>
              </a:rPr>
              <a:t>Jan Domański, Jan Machowski, Maciej Kurzydłowski</a:t>
            </a:r>
          </a:p>
        </p:txBody>
      </p:sp>
    </p:spTree>
    <p:extLst>
      <p:ext uri="{BB962C8B-B14F-4D97-AF65-F5344CB8AC3E}">
        <p14:creationId xmlns:p14="http://schemas.microsoft.com/office/powerpoint/2010/main" val="355901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E459E6-E1B5-BA82-7473-052A0F11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Istotne informacje o zbiorze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297889-4877-AC0D-6CA2-569186971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34" y="2141537"/>
            <a:ext cx="11719931" cy="4351338"/>
          </a:xfrm>
        </p:spPr>
        <p:txBody>
          <a:bodyPr>
            <a:normAutofit/>
          </a:bodyPr>
          <a:lstStyle/>
          <a:p>
            <a:r>
              <a:rPr lang="pl-PL" b="1" dirty="0"/>
              <a:t>Źródło</a:t>
            </a:r>
            <a:r>
              <a:rPr lang="pl-PL" dirty="0"/>
              <a:t>: ERAIL Database – </a:t>
            </a:r>
            <a:r>
              <a:rPr lang="pl-PL" dirty="0" err="1"/>
              <a:t>Accident</a:t>
            </a:r>
            <a:r>
              <a:rPr lang="pl-PL" dirty="0"/>
              <a:t> </a:t>
            </a:r>
            <a:r>
              <a:rPr lang="pl-PL" dirty="0" err="1"/>
              <a:t>Investigation</a:t>
            </a:r>
            <a:r>
              <a:rPr lang="pl-PL" dirty="0"/>
              <a:t> (arkusz </a:t>
            </a:r>
            <a:r>
              <a:rPr lang="pl-PL" dirty="0" err="1"/>
              <a:t>Investigations</a:t>
            </a:r>
            <a:r>
              <a:rPr lang="pl-PL" dirty="0"/>
              <a:t>)</a:t>
            </a:r>
          </a:p>
          <a:p>
            <a:r>
              <a:rPr lang="pl-PL" b="1" dirty="0"/>
              <a:t>Zakres danych</a:t>
            </a:r>
            <a:r>
              <a:rPr lang="pl-PL" dirty="0"/>
              <a:t>: 2002–2026</a:t>
            </a:r>
          </a:p>
          <a:p>
            <a:r>
              <a:rPr lang="pl-PL" dirty="0"/>
              <a:t>Wykres trendu ograniczono do lat 2006–2025, aby uniknąć niepełnych/skrajnych lat</a:t>
            </a:r>
          </a:p>
          <a:p>
            <a:r>
              <a:rPr lang="pl-PL" dirty="0"/>
              <a:t>Wyniki pokazują rekordy w bazie ERAIL, a nie pełny ranking bezpieczeństwa kolei</a:t>
            </a:r>
          </a:p>
        </p:txBody>
      </p:sp>
    </p:spTree>
    <p:extLst>
      <p:ext uri="{BB962C8B-B14F-4D97-AF65-F5344CB8AC3E}">
        <p14:creationId xmlns:p14="http://schemas.microsoft.com/office/powerpoint/2010/main" val="24793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54FFD3F6-8C43-9A87-0ACE-E90BD81E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9470" y="0"/>
            <a:ext cx="9533060" cy="693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2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B698-C4BD-6B1F-CA27-876B0783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9E3D9F7-9107-70C9-C0FE-80A9A83A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4705" y="157267"/>
            <a:ext cx="10282587" cy="654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7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5F09-59C8-A694-A9D4-D05C6D8F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AB962AA5-AE23-1662-F912-094436B2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92" y="0"/>
            <a:ext cx="9533060" cy="69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5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885F-4E70-DD4F-7589-5C623CF0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F222F7AB-EC06-E03B-7A1C-744BBCFB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99919" y="81280"/>
            <a:ext cx="9533059" cy="693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ECB08-50D5-B2D5-FCE8-2E8B41F5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6543CC3-BA4F-41B9-6E77-3B49D1C71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5992" y="117231"/>
            <a:ext cx="9533059" cy="69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89C4-85C3-27B4-394C-D144B7B1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C109BAE3-089A-399C-DEFF-58BD1995B5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819" y="169665"/>
            <a:ext cx="10243622" cy="651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BF50-8FA9-5106-96D9-CDC573DD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D3AEEC7-781E-169F-8E7E-9EAE65D3E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3732" y="138245"/>
            <a:ext cx="10342371" cy="65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1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6902-D65C-FA95-E31B-DCB6606B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ABDC0A8-AC55-1F85-5E65-DAC5A2F1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839" y="273543"/>
            <a:ext cx="9917149" cy="631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564E-FD47-A82C-B604-41E66143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BD5528D-603D-C104-2EEC-6647877FE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7823" y="193453"/>
            <a:ext cx="10168862" cy="64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0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716DE-985D-1584-A2FD-D5ACB8D8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F7537D3C-0641-DB7D-D0F8-45B6455F5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1568" y="193452"/>
            <a:ext cx="10168862" cy="64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68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BE18-1709-64EA-6D41-169AD00D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9C42458-A46D-86BC-976C-124E49783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758" y="136300"/>
            <a:ext cx="10348483" cy="658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7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C791-0170-53C3-9175-195E8BF2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96D91FA-7C0C-4644-1490-66ED9005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6393" y="138245"/>
            <a:ext cx="10342371" cy="65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8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19C34-BAB2-32EE-BE02-9C5D80C7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344131E-583A-F2EF-8225-0BB91C68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371" y="368110"/>
            <a:ext cx="11369020" cy="612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D6DC-5154-0419-028B-BE0F0CE8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B53EE77-D3D4-6B5F-2FD8-68E75C94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81000"/>
            <a:ext cx="6096000" cy="6096000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E90E6485-070A-BB76-5907-9F922ECD6F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29682" y="1404741"/>
            <a:ext cx="6361957" cy="404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46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ED2E-5F60-87A3-97A5-D415F0CC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0F5A76F-FC4E-5706-24A6-EA8D44ECF2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7641" y="368110"/>
            <a:ext cx="10494480" cy="612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957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85</Words>
  <Application>Microsoft Macintosh PowerPoint</Application>
  <PresentationFormat>Panoramiczny</PresentationFormat>
  <Paragraphs>19</Paragraphs>
  <Slides>17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Motyw pakietu Office</vt:lpstr>
      <vt:lpstr>Wypadki kolejowe</vt:lpstr>
      <vt:lpstr>Istotne informacje o zbiorze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Domański Jan (STUD)</dc:creator>
  <cp:lastModifiedBy>Jan Domański</cp:lastModifiedBy>
  <cp:revision>14</cp:revision>
  <dcterms:created xsi:type="dcterms:W3CDTF">2026-03-16T11:19:02Z</dcterms:created>
  <dcterms:modified xsi:type="dcterms:W3CDTF">2026-05-11T12:55:53Z</dcterms:modified>
</cp:coreProperties>
</file>