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71" r:id="rId11"/>
    <p:sldId id="270" r:id="rId12"/>
    <p:sldId id="269" r:id="rId13"/>
    <p:sldId id="268" r:id="rId14"/>
    <p:sldId id="266" r:id="rId15"/>
    <p:sldId id="265" r:id="rId16"/>
    <p:sldId id="264" r:id="rId1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D15A97-0F01-BDA9-C87A-7254D3051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03AD1C5-DE97-8C67-2A0C-EA9C4AB77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731056A-8C37-87B9-BD1A-F5F6C220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B8CE3DF-F5E9-F4F8-065A-0100D3E6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636DF38-0C85-DE35-FD8A-252653E5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2109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3F09B3-12B9-4AC2-C158-A9105D05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036B30E-D720-0D1E-999B-C40547BAE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F55713D-87DA-1494-50C8-1F548D90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D40A281-9172-3B6E-E848-8CE7C4D6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F2D29EB-E39C-8538-B64F-F3E86095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851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6102C-66AC-07BC-7CE2-953AAE0C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38FD39E-A00A-40BE-5C4B-40649EEC9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4804752-CA52-77E1-FCF6-5FBDE2EB6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1FC8D1F-9B98-FAE2-B492-FB783EC4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A74A41A-7A29-4401-275A-66B1AEBA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8317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224144-F8A7-5C03-1DEB-91529D52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C13A9EA-BBF0-E319-03A2-1B30229B3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118EF84-B802-F75E-4060-0DA09A96F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E3EC0CB-3E55-D609-16E2-B2420961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FE679A3-7A71-492D-BAFC-2D94A4A55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C84F5FB-F1F7-0E8A-D209-175D68E4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287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2BC609-F41A-7432-559A-9EDD7A1F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578CB17-3801-9DA9-14E3-10E6D9B68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E577182-855A-8DA4-5ACA-0B3B30D8F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309001B-24E5-613F-C134-98A0D28F7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2859A52-378F-2836-FABF-6F81237B2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70C716B-9B6E-9048-4C6A-065F8934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474CB5C-F483-A478-5B4F-B9572354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2819BD9-1B7A-F8E5-83AF-B93B2A49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606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DA9003-1102-FB6C-64F3-DA876857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D7C088A8-B68A-0F14-9277-D6546AA3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8E56680-029D-5C33-353B-B904F065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C6AF090-C1F0-D477-8C46-D61D01BE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668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5F16A3C-8A60-070A-DE12-78D27287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85501D6-C378-1085-EB4C-F67CE164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49F0AE5-978E-E8B2-59ED-135CA7A6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198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127119-5A4B-6F6B-84B5-FF1362B12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279325-5DF3-FFE4-67BC-90D7B93D2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9BA03CF-29BC-87D6-EC76-C48D2D1CD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60C166D-AF1D-8A8C-D421-7D024104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C1ACEDA-5D7C-89B9-C3F7-393ACEFD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31F0F88-1F85-0563-A675-FEF42A94A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309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45314F-7821-3DF5-67B5-F38ECBED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C2E602AE-F519-1CBC-35AC-1993347F2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ECC0F1B-31D4-BF3C-2ACF-31D79E3D9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6D5A1E8-5C72-203F-C5DA-E6C76AD1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A1348A3-8CE3-5175-A9C5-8CD3FE62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A25F5B9-6372-2D2C-55E9-D01D8095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759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B622A2-647C-92F9-4155-8C340E70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F6B2A05-A409-E03C-340F-276553D6D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005689A-DF54-F666-F969-BF5468AF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FD057D0-1378-4784-DE19-AB6E14C2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F8178E-8631-CF19-2A21-A26104BE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430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66680D5-3FAF-4E42-3A06-5A78A0ED3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18CCA4D-1B71-62D0-0022-3EF2F766C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222B822-A13C-24F1-AA42-4667E47C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8ECA3DF-760C-4DBB-595E-8CC79346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515E268-2AD8-272E-22C9-6B40AC99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427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1FC745C-56A2-19A9-49E9-E424868B7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2E2814-A756-7191-03E0-1ADE56C76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FAA16B5-E208-3C55-1E73-6FC8004C2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BC3AF-3B33-4218-8198-9AEFD3C14B69}" type="datetimeFigureOut">
              <a:rPr lang="pl-PL" smtClean="0"/>
              <a:t>30.05.2026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B620614-C945-9A78-72D8-478D83C57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8A305D0-655F-99FA-88BB-7354339BE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C1E52-AFD7-465A-915F-108AC3A0C4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016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29E2DF-D642-2F66-55DB-6D78ACCF3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Statystyki wykorzystania </a:t>
            </a:r>
            <a:r>
              <a:rPr lang="pl-PL" dirty="0" err="1"/>
              <a:t>internetu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76D8E8C-CEF1-BE74-B966-3F3F2F216D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l-PL" dirty="0"/>
              <a:t>Źródło danych – Eurostat</a:t>
            </a:r>
          </a:p>
          <a:p>
            <a:r>
              <a:rPr lang="pl-PL" dirty="0"/>
              <a:t>tin00028, tin00094, tin00095, tin00099, tin00101, tin00102, tin00127, tin00129</a:t>
            </a:r>
          </a:p>
          <a:p>
            <a:r>
              <a:rPr lang="pl-PL" dirty="0"/>
              <a:t>Ostatnia aktualizacja: 17.04.2026</a:t>
            </a:r>
          </a:p>
          <a:p>
            <a:r>
              <a:rPr lang="pl-PL" dirty="0"/>
              <a:t>Pokrycie: Kraje Unii Europejskiej, 2014 – 2025</a:t>
            </a:r>
            <a:br>
              <a:rPr lang="pl-PL" dirty="0"/>
            </a:br>
            <a:br>
              <a:rPr lang="pl-PL" dirty="0"/>
            </a:br>
            <a:r>
              <a:rPr lang="pl-PL" dirty="0"/>
              <a:t>Zespół 4 – Jan Domański, Maciej Kurzydłowski, Jan Machowski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3913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4737B0-07AA-D714-C48F-3B517340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7D0D75-EF5B-5F77-E68A-5C60F7F48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818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A3103D-EFDD-FAB7-228B-7F0B7D61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919F5-6F53-4ABC-72DB-D2CDF1B5B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646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D4112A-D3B8-0BAC-359A-EF102755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5CB928-75C4-8323-4376-E691A9D77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94959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19C9AE-2BB3-7B12-59B5-1094338BD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65EAC05-EE9D-0C35-A4E6-F586006DB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972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6DA3D2-DCD7-A61A-96F0-E7F45F0B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91836D9-68DE-7E2E-2C86-BD1140107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667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9F1611-6000-F121-15C2-EBFE5163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7B11FC-270C-F172-83F8-81A9B382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10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43B6FE-688F-DBD5-07F4-91A223EB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D63F4A-693A-0380-66F4-AF46F0011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999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2971EF-76A7-85C1-FC40-4EF1D641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B802163-2CC8-160C-80B1-9AC38D16B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342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70A02B-C5F4-53E0-7D79-8266F982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828A3F-6B87-B0CD-BBD3-AEFEE6084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51157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8B9FEE-EBF6-4DF1-F53D-F8295814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480D164-A1C0-73F6-49CA-BC3185B0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7512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5BE677-38B0-EDF1-4648-D8838D4A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CB322B-4A1F-6A37-61E1-D6485F39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2861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3E1FF9-05D6-E761-97F2-65FDF463E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122E53-0AFE-8D0F-D1AE-0556F680E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046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7268E2-FC47-3985-FCD2-24A9B7E1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5CE667-9B59-BA65-7A24-E6983CDBE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0731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E79899-6318-A883-A083-FE5FC10D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C1EBAA6-601A-574F-7870-54F18041B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9609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449634-A34E-574B-4D9C-404AE113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6A97027-DC1E-0072-09FE-FC0F7E629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584479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48</Words>
  <Application>Microsoft Office PowerPoint</Application>
  <PresentationFormat>Panoramiczny</PresentationFormat>
  <Paragraphs>5</Paragraphs>
  <Slides>16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Motyw pakietu Office</vt:lpstr>
      <vt:lpstr>Statystyki wykorzystania internetu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Machowski Jan (STUD)</dc:creator>
  <cp:lastModifiedBy>Machowski Jan (STUD)</cp:lastModifiedBy>
  <cp:revision>5</cp:revision>
  <dcterms:created xsi:type="dcterms:W3CDTF">2026-05-30T19:27:13Z</dcterms:created>
  <dcterms:modified xsi:type="dcterms:W3CDTF">2026-05-30T20:20:48Z</dcterms:modified>
</cp:coreProperties>
</file>